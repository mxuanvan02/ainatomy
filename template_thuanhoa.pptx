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182880"/>
            <a:ext cx="731520" cy="73152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LOGO</a:t>
            </a:r>
          </a:p>
          <a:p>
            <a:r>
              <a:t>ĐHSP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182880"/>
            <a:ext cx="731520" cy="73152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LOGO</a:t>
            </a:r>
          </a:p>
          <a:p>
            <a:r>
              <a:t>THPT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333333"/>
                </a:solidFill>
              </a:defRPr>
            </a:pPr>
            <a:r>
              <a:t>AInatomy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333333"/>
                </a:solidFill>
              </a:defRPr>
            </a:pPr>
            <a:r>
              <a:t>Phòng thực hành Trí tuệ nhân tạo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C8C8C8"/>
                </a:solidFill>
              </a:defRPr>
            </a:pPr>
            <a:r>
              <a:t>Trường THPT Thuận Hoá — Đại học Sư Phạm, Đại học Huế</a:t>
            </a:r>
            <a:br/>
            <a:r>
              <a:t>GV: Mai Xuân Văn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37160"/>
            <a:ext cx="457200" cy="45720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ĐHSP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37160"/>
            <a:ext cx="457200" cy="45720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THPT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371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AInatomy — Phòng thực hành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33333"/>
                </a:solidFill>
              </a:defRPr>
            </a:pPr>
            <a:r>
              <a:t>Giới thiệu về hệ thống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Phòng thí nghiệm AI offline, tiếng Việt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Không cần tài khoản, không thu phí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Bám sát QĐ 2422/QĐ-BGDĐT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Phủ 22/22 YCCĐ lớp 10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Học sinh bắt lỗi AI thay vì hỏi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C8C8C8"/>
                </a:solidFill>
              </a:defRPr>
            </a:pPr>
            <a:r>
              <a:t>Trường THPT Thuận Hoá — ĐHSP Huế | GV: Mai Xuân Văn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