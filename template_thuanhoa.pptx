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333333"/>
                </a:solidFill>
              </a:defRPr>
            </a:pPr>
            <a:r>
              <a:t>AInatomy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Phòng thực hành Trí tuệ nhân tạo — Báo cáo cuộc 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Trường THPT Thuận Hoá — Đại học Sư Phạm, Đại học Huế</a:t>
            </a:r>
            <a:br/>
            <a:r>
              <a:t>GV: Mai Xuân Văn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Trường THPT Thuận Hoá — ĐHSP Huế | GV: Mai Xuân Văn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• Học sinh học AI thụ động: hỏi → nhận đáp án → không hiểu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• Công cụ AI thương mại (ChatGPT, Gemini) cần internet + tài khoản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• Giáo viên thiếu công cụ trực quan để dạy khái niệm AI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• Chương trình QĐ 2422/QĐ-BGDĐT yêu cầu 22 YCCĐ lớp 10 — chưa có công cụ offline phủ đủ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Giải pháp: AInatomy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Trường THPT Thuận Hoá — ĐHSP Huế | GV: Mai Xuân Văn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Phòng thí nghiệm AI offline, tiếng Việt, không tài khoản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5 phân hệ chính: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  1. Kịch bản 9 cảnh — hành trình dữ liệu từ đầu vào đến đầu ra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  2. Đấu trường bắt lỗi AI — 12 tình huống, 5 loại lỗi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  3. Nhà máy AI 7 trạm — từ nhập liệu đến ứng dụng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  4. Xưởng huấn luyện — tự huấn luyện, thấy thiên kiến</a:t>
            </a:r>
          </a:p>
          <a:p>
            <a:pPr>
              <a:spcBef>
                <a:spcPts val="1000"/>
              </a:spcBef>
              <a:defRPr sz="1800">
                <a:solidFill>
                  <a:srgbClr val="333333"/>
                </a:solidFill>
              </a:defRPr>
            </a:pPr>
            <a:r>
              <a:t>  5. Bản đồ năng lực — theo dõi tiến bộ 12 khối UNESCO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Tích hợp chương trình Tin học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Trường THPT Thuận Hoá — ĐHSP Huế | GV: Mai Xuân Văn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8D7"/>
                </a:solidFill>
              </a:defRPr>
            </a:pPr>
            <a:r>
              <a:t>28 bài SGK → 22/22 YCCĐ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A: Máy tính &amp; xã hội tri thức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B: Mạng máy tính &amp; Internet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D: Đạo đức, pháp luật số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E: Thiết kế đồ họa (ICT)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F: Giải quyết vấn đề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Chủ đề G: Hướng nghiệp (CS)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78D7"/>
                </a:solidFill>
              </a:defRPr>
            </a:pPr>
            <a:r>
              <a:t>Căn cứ pháp lý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QĐ 2422/QĐ-BGDĐT (18/8/2026)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Khung nội dung giáo dục AI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4 mạch × 12 khối UNESCO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CV 5588/BGDĐT-GDTrH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Phân phối 12 tiết đề xuất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Kết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Trường THPT Thuận Hoá — ĐHSP Huế | GV: Mai Xuân Văn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97/97 tiêu chí nghiệm thu tự động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22/22 YCCĐ lớp 10 được phủ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28 bài SGK Tin học 10 có hỗ trợ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133 tệp trong manifest, hash khớp 100%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Chạy offline, không cần internet</a:t>
            </a:r>
          </a:p>
          <a:p>
            <a:pPr>
              <a:spcBef>
                <a:spcPts val="1000"/>
              </a:spcBef>
              <a:defRPr sz="2200">
                <a:solidFill>
                  <a:srgbClr val="333333"/>
                </a:solidFill>
              </a:defRPr>
            </a:pPr>
            <a:r>
              <a:t>✓ Dữ liệu lưu cục bộ, ẩn danh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57200" cy="45720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Demo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Trường THPT Thuận Hoá — ĐHSP Huế | GV: Mai Xuân Văn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8D7"/>
                </a:solidFill>
              </a:defRPr>
            </a:pPr>
            <a:r>
              <a:t>https://mxuanvan02.github.io/ainatomy/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Mở trên trình duyệt — không cần cài đặt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hsp_h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640080" cy="640080"/>
          </a:xfrm>
          <a:prstGeom prst="rect">
            <a:avLst/>
          </a:prstGeom>
        </p:spPr>
      </p:pic>
      <p:pic>
        <p:nvPicPr>
          <p:cNvPr id="4" name="Picture 3" descr="logo_thpt_thuan_ho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37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AInatomy — Phòng thực hành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</a:defRPr>
            </a:pPr>
            <a:r>
              <a:t>Cảm 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Trường THPT Thuận Hoá</a:t>
            </a:r>
            <a:br/>
            <a:r>
              <a:t>Đại học Sư Phạm, Đại học Huế</a:t>
            </a:r>
            <a:br/>
            <a:r>
              <a:t>GV: Mai Xuân Văn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