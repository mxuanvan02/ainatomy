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333333"/>
                </a:solidFill>
              </a:defRPr>
            </a:pPr>
            <a:r>
              <a:t>AInatomy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333333"/>
                </a:solidFill>
              </a:defRPr>
            </a:pPr>
            <a:r>
              <a:t>Phòng thực hành Trí tuệ nhân tạo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C8C8C8"/>
                </a:solidFill>
              </a:defRPr>
            </a:pPr>
            <a:r>
              <a:t>Trường THPT Thuận Hoá — Đại học Sư Phạm, Đại học Huế</a:t>
            </a:r>
            <a:br/>
            <a:r>
              <a:t>GV: Mai Xuân Văn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Giới thiệu về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Phòng thí nghiệm AI offline, tiếng Việt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Không cần tài khoản, không thu phí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Bám sát QĐ 2422/QĐ-BGDĐT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Phủ 22/22 YCCĐ lớp 10</a:t>
            </a:r>
          </a:p>
          <a:p>
            <a:pPr>
              <a:spcBef>
                <a:spcPts val="1200"/>
              </a:spcBef>
              <a:defRPr sz="2000">
                <a:solidFill>
                  <a:srgbClr val="333333"/>
                </a:solidFill>
              </a:defRPr>
            </a:pPr>
            <a:r>
              <a:t>Học sinh bắt lỗi AI thay vì hỏi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Mục lục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1. Giới thiệu về AInatomy</a:t>
            </a:r>
          </a:p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2. Cấu trúc chương trình Tin học 10</a:t>
            </a:r>
          </a:p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3. Tích hợp vào các chủ đề A-F</a:t>
            </a:r>
          </a:p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4. Phân phối 12 tiết đề xuất</a:t>
            </a:r>
          </a:p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5. Hướng dẫn sử dụng</a:t>
            </a:r>
          </a:p>
          <a:p>
            <a:pPr>
              <a:spcBef>
                <a:spcPts val="1600"/>
              </a:spcBef>
              <a:defRPr sz="2400">
                <a:solidFill>
                  <a:srgbClr val="333333"/>
                </a:solidFill>
              </a:defRPr>
            </a:pPr>
            <a:r>
              <a:t>6. Tài liệu tham khảo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Tích hợp vào chương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0078D7"/>
                </a:solidFill>
              </a:defRPr>
            </a:pPr>
            <a:r>
              <a:t>Chủ đề A-B-D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A: Máy tính và xã hội tri thức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B: Mạng máy tính và Internet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D: Đạo đức, pháp luật số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Hoạt động chính: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Kịch bản 9 cảnh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Đấu trường bắt lỗi AI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Tình huống &amp; trách nhiệm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0078D7"/>
                </a:solidFill>
              </a:defRPr>
            </a:pPr>
            <a:r>
              <a:t>Chủ đề E-F-G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E: Thiết kế đồ họa (ICT)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F: Giải quyết vấn đề với máy tính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G: Hướng nghiệp (CS)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Hoạt động chính: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Tầng 1 - Xưởng huấn luyện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Nhà máy AI 7 trạm</a:t>
            </a:r>
          </a:p>
          <a:p>
            <a:pPr>
              <a:spcBef>
                <a:spcPts val="600"/>
              </a:spcBef>
              <a:defRPr sz="1800">
                <a:solidFill>
                  <a:srgbClr val="333333"/>
                </a:solidFill>
              </a:defRPr>
            </a:pPr>
            <a:r>
              <a:t>• Kiến thức Tin học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82880"/>
            <a:ext cx="731520" cy="73152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LOGO</a:t>
            </a:r>
          </a:p>
          <a:p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33333"/>
                </a:solidFill>
              </a:defRPr>
            </a:pPr>
            <a:r>
              <a:t>Cảm 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333333"/>
                </a:solidFill>
              </a:defRPr>
            </a:pPr>
            <a:r>
              <a:t>Trường THPT Thuận Hoá</a:t>
            </a:r>
            <a:br/>
            <a:r>
              <a:t>Đại học Sư Phạm, Đại học Huế</a:t>
            </a:r>
            <a:br/>
            <a:r>
              <a:t>GV: Mai Xuân Văn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8C8C8"/>
                </a:solidFill>
              </a:defRPr>
            </a:pPr>
            <a:r>
              <a:t>AInatomy — Phòng thực hành Trí tuệ nhân tạo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AInatomy - Phòng thực hành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Hệ thống học về AI thông qua việc bắt lỗi AI, phủ 22/22 YCCĐ lớp 10 theo QĐ 2422/QĐ-BGDĐT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747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2000" b="1">
                <a:solidFill>
                  <a:srgbClr val="0078D7"/>
                </a:solidFill>
              </a:defRPr>
            </a:pPr>
            <a:r>
              <a:t>1. Kịch bản 9 cảnh</a:t>
            </a:r>
          </a:p>
          <a:p>
            <a:pPr>
              <a:spcBef>
                <a:spcPts val="200"/>
              </a:spcBef>
              <a:defRPr sz="1600">
                <a:solidFill>
                  <a:srgbClr val="333333"/>
                </a:solidFill>
              </a:defRPr>
            </a:pPr>
            <a:r>
              <a:t>   Hành trình của bức ảnh từ đầu vào đến đầu ra</a:t>
            </a:r>
          </a:p>
          <a:p>
            <a:pPr>
              <a:spcBef>
                <a:spcPts val="800"/>
              </a:spcBef>
              <a:defRPr sz="2000" b="1">
                <a:solidFill>
                  <a:srgbClr val="0078D7"/>
                </a:solidFill>
              </a:defRPr>
            </a:pPr>
            <a:r>
              <a:t>2. Đấu trường bắt lỗi AI</a:t>
            </a:r>
          </a:p>
          <a:p>
            <a:pPr>
              <a:spcBef>
                <a:spcPts val="200"/>
              </a:spcBef>
              <a:defRPr sz="1600">
                <a:solidFill>
                  <a:srgbClr val="333333"/>
                </a:solidFill>
              </a:defRPr>
            </a:pPr>
            <a:r>
              <a:t>   12 tình huống, 5 loại lỗi AI</a:t>
            </a:r>
          </a:p>
          <a:p>
            <a:pPr>
              <a:spcBef>
                <a:spcPts val="800"/>
              </a:spcBef>
              <a:defRPr sz="2000" b="1">
                <a:solidFill>
                  <a:srgbClr val="0078D7"/>
                </a:solidFill>
              </a:defRPr>
            </a:pPr>
            <a:r>
              <a:t>3. Nhà máy AI 7 trạm</a:t>
            </a:r>
          </a:p>
          <a:p>
            <a:pPr>
              <a:spcBef>
                <a:spcPts val="200"/>
              </a:spcBef>
              <a:defRPr sz="1600">
                <a:solidFill>
                  <a:srgbClr val="333333"/>
                </a:solidFill>
              </a:defRPr>
            </a:pPr>
            <a:r>
              <a:t>   Từ nhập liệu đến ứng dụng</a:t>
            </a:r>
          </a:p>
          <a:p>
            <a:pPr>
              <a:spcBef>
                <a:spcPts val="800"/>
              </a:spcBef>
              <a:defRPr sz="2000" b="1">
                <a:solidFill>
                  <a:srgbClr val="0078D7"/>
                </a:solidFill>
              </a:defRPr>
            </a:pPr>
            <a:r>
              <a:t>4. Tầng 1 - Xưởng huấn luyện</a:t>
            </a:r>
          </a:p>
          <a:p>
            <a:pPr>
              <a:spcBef>
                <a:spcPts val="200"/>
              </a:spcBef>
              <a:defRPr sz="1600">
                <a:solidFill>
                  <a:srgbClr val="333333"/>
                </a:solidFill>
              </a:defRPr>
            </a:pPr>
            <a:r>
              <a:t>   Tự huấn luyện mô hình, thấy thiên kiến</a:t>
            </a:r>
          </a:p>
          <a:p>
            <a:pPr>
              <a:spcBef>
                <a:spcPts val="800"/>
              </a:spcBef>
              <a:defRPr sz="2000" b="1">
                <a:solidFill>
                  <a:srgbClr val="0078D7"/>
                </a:solidFill>
              </a:defRPr>
            </a:pPr>
            <a:r>
              <a:t>5. Bản đồ năng lực</a:t>
            </a:r>
          </a:p>
          <a:p>
            <a:pPr>
              <a:spcBef>
                <a:spcPts val="200"/>
              </a:spcBef>
              <a:defRPr sz="1600">
                <a:solidFill>
                  <a:srgbClr val="333333"/>
                </a:solidFill>
              </a:defRPr>
            </a:pPr>
            <a:r>
              <a:t>   Theo dõi tiến bộ theo 12 khối UNESCO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Tích hợp chương trình Tin học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sz="2400" b="1">
                <a:solidFill>
                  <a:srgbClr val="27AE60"/>
                </a:solidFill>
              </a:rPr>
              <a:t>28 bài </a:t>
            </a:r>
            <a:r>
              <a:rPr sz="2000">
                <a:solidFill>
                  <a:srgbClr val="333333"/>
                </a:solidFill>
              </a:rPr>
              <a:t>trong SGK Tin học 10 được hỗ trợ</a:t>
            </a:r>
          </a:p>
          <a:p>
            <a:pPr>
              <a:spcBef>
                <a:spcPts val="800"/>
              </a:spcBef>
            </a:pPr>
            <a:r>
              <a:rPr sz="2400" b="1">
                <a:solidFill>
                  <a:srgbClr val="27AE60"/>
                </a:solidFill>
              </a:rPr>
              <a:t>22/22 YCCĐ </a:t>
            </a:r>
            <a:r>
              <a:rPr sz="2000">
                <a:solidFill>
                  <a:srgbClr val="333333"/>
                </a:solidFill>
              </a:rPr>
              <a:t>lớp 10 theo QĐ 2422 đều được phủ</a:t>
            </a:r>
          </a:p>
          <a:p>
            <a:pPr>
              <a:spcBef>
                <a:spcPts val="800"/>
              </a:spcBef>
            </a:pPr>
            <a:r>
              <a:rPr sz="2400" b="1">
                <a:solidFill>
                  <a:srgbClr val="27AE60"/>
                </a:solidFill>
              </a:rPr>
              <a:t>6 chủ đề </a:t>
            </a:r>
            <a:r>
              <a:rPr sz="2000">
                <a:solidFill>
                  <a:srgbClr val="333333"/>
                </a:solidFill>
              </a:rPr>
              <a:t>A-F trong chương trình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747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78D7"/>
                </a:solidFill>
              </a:defRPr>
            </a:pPr>
            <a:r>
              <a:t>Ví dụ: Chủ đề A - Máy tính và xã hội tri thức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Bài 1: Dữ liệu, thông tin → Kịch bản 9 cảnh + Trạm 0 (15-20 phút)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Bài 2: Sự ưu việt của máy tính → Đấu trường bắt lỗi AI (20-25 phút)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Bài 3: Thực hành thiết bị số → Tình huống + Kiến thức (10 phút)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Bài 4: Tin học trong kinh tế, xã hội → Nhà máy AI Trạm 0, 5 (15 phút)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ĐHSP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"/>
            <a:ext cx="457200" cy="457200"/>
          </a:xfrm>
          <a:prstGeom prst="ellipse">
            <a:avLst/>
          </a:prstGeom>
          <a:solidFill>
            <a:srgbClr val="F0F0F0"/>
          </a:solidFill>
          <a:ln w="254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8C8C8"/>
                </a:solidFill>
              </a:defRPr>
            </a:pPr>
            <a:r>
              <a:t>THPT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AInatomy — Phòng thực hành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33333"/>
                </a:solidFill>
              </a:defRPr>
            </a:pPr>
            <a:r>
              <a:t>Hướng dẫn sử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C8C8C8"/>
                </a:solidFill>
              </a:defRPr>
            </a:pPr>
            <a:r>
              <a:t>Trường THPT Thuận Hoá — ĐHSP Huế | GV: Mai Xuân Văn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078D7"/>
                </a:solidFill>
              </a:defRPr>
            </a:pPr>
            <a:r>
              <a:t>3 cách chạy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• USB: Chép thư mục, mở index.html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• Máy chủ lớp: Chia sẻ qua mạng LAN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• Máy cá nhân: Mở trực tiếp từ thư mục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116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078D7"/>
                </a:solidFill>
              </a:defRPr>
            </a:pPr>
            <a:r>
              <a:t>Yêu cầu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✓ Không cần Internet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✓ Không cần tài khoản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✓ Trình duyệt bất kỳ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✓ Máy cấu hình yếu vẫn chạy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✓ Dữ liệu lưu cục bộ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